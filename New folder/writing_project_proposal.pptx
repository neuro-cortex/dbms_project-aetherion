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130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Generic Project Proposal Template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guide for student project proposals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Instruction:</a:t>
            </a:r>
          </a:p>
          <a:p>
            <a:r>
              <a:t>Choose a descriptive and concise name for the project that clearly reflects its purpose.</a:t>
            </a:r>
          </a:p>
          <a:p>
            <a:endParaRPr/>
          </a:p>
          <a:p>
            <a:r>
              <a:t>Example:</a:t>
            </a:r>
          </a:p>
          <a:p>
            <a:r>
              <a:t>- Library Management System</a:t>
            </a:r>
          </a:p>
          <a:p>
            <a:r>
              <a:t>- Online Food Ordering App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of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Instruction:</a:t>
            </a:r>
          </a:p>
          <a:p>
            <a:r>
              <a:t>Specify whether it is a Web App, Mobile App, Desktop App, IoT Project, etc.</a:t>
            </a:r>
          </a:p>
          <a:p>
            <a:endParaRPr/>
          </a:p>
          <a:p>
            <a:r>
              <a:t>Example:</a:t>
            </a:r>
          </a:p>
          <a:p>
            <a:r>
              <a:t>- Type: Web Application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Instruction:</a:t>
            </a:r>
          </a:p>
          <a:p>
            <a:r>
              <a:t>List the main goals of the project.</a:t>
            </a:r>
          </a:p>
          <a:p>
            <a:endParaRPr/>
          </a:p>
          <a:p>
            <a:r>
              <a:t>Example:</a:t>
            </a:r>
          </a:p>
          <a:p>
            <a:r>
              <a:t>- Provide an online platform to order books</a:t>
            </a:r>
          </a:p>
          <a:p>
            <a:r>
              <a:t>- Enable secure online transactions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Instruction:</a:t>
            </a:r>
          </a:p>
          <a:p>
            <a:r>
              <a:t>Explain the real-world problems your project addresses.</a:t>
            </a:r>
          </a:p>
          <a:p>
            <a:endParaRPr/>
          </a:p>
          <a:p>
            <a:r>
              <a:t>Example:</a:t>
            </a:r>
          </a:p>
          <a:p>
            <a:r>
              <a:t>- Limited access to bookstores</a:t>
            </a:r>
          </a:p>
          <a:p>
            <a:r>
              <a:t>- Difficulty in book discovery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Instruction:</a:t>
            </a:r>
          </a:p>
          <a:p>
            <a:r>
              <a:t>List expected outputs and features.</a:t>
            </a:r>
          </a:p>
          <a:p>
            <a:endParaRPr/>
          </a:p>
          <a:p>
            <a:r>
              <a:t>Example:</a:t>
            </a:r>
          </a:p>
          <a:p>
            <a:r>
              <a:t>- Functional website</a:t>
            </a:r>
          </a:p>
          <a:p>
            <a:r>
              <a:t>- Payment gateway</a:t>
            </a:r>
          </a:p>
          <a:p>
            <a:r>
              <a:t>- Admin panel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Instruction:</a:t>
            </a:r>
          </a:p>
          <a:p>
            <a:r>
              <a:t>Describe the development approach (Waterfall, Agile).</a:t>
            </a:r>
          </a:p>
          <a:p>
            <a:endParaRPr/>
          </a:p>
          <a:p>
            <a:r>
              <a:t>Example:</a:t>
            </a:r>
          </a:p>
          <a:p>
            <a:r>
              <a:t>- Agile for flexibility and iterative development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Instruction:</a:t>
            </a:r>
          </a:p>
          <a:p>
            <a:r>
              <a:t>Describe the functionality for users and admins.</a:t>
            </a:r>
          </a:p>
          <a:p>
            <a:endParaRPr/>
          </a:p>
          <a:p>
            <a:r>
              <a:t>Example:</a:t>
            </a:r>
          </a:p>
          <a:p>
            <a:r>
              <a:t>- Users browse and buy books</a:t>
            </a:r>
          </a:p>
          <a:p>
            <a:r>
              <a:t>- Admin manages inventory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Instruction:</a:t>
            </a:r>
          </a:p>
          <a:p>
            <a:r>
              <a:t>Define what your project will and won’t include.</a:t>
            </a:r>
          </a:p>
          <a:p>
            <a:endParaRPr/>
          </a:p>
          <a:p>
            <a:r>
              <a:t>Example:</a:t>
            </a:r>
          </a:p>
          <a:p>
            <a:r>
              <a:t>- Includes search and order</a:t>
            </a:r>
          </a:p>
          <a:p>
            <a:r>
              <a:t>- Excludes physical delivery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Instruction:</a:t>
            </a:r>
          </a:p>
          <a:p>
            <a:r>
              <a:t>List tools and languages.</a:t>
            </a:r>
          </a:p>
          <a:p>
            <a:endParaRPr/>
          </a:p>
          <a:p>
            <a:r>
              <a:t>Example:</a:t>
            </a:r>
          </a:p>
          <a:p>
            <a:r>
              <a:t>- Frontend: HTML, CSS, JS</a:t>
            </a:r>
          </a:p>
          <a:p>
            <a:r>
              <a:t>- Backend: PHP</a:t>
            </a:r>
          </a:p>
          <a:p>
            <a:r>
              <a:t>- Database: MySQL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and Dependencies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Instruction:</a:t>
            </a:r>
          </a:p>
          <a:p>
            <a:r>
              <a:t>Identify risks and external factors.</a:t>
            </a:r>
          </a:p>
          <a:p>
            <a:endParaRPr/>
          </a:p>
          <a:p>
            <a:r>
              <a:t>Example:</a:t>
            </a:r>
          </a:p>
          <a:p>
            <a:r>
              <a:t>- Technical issues</a:t>
            </a:r>
          </a:p>
          <a:p>
            <a:r>
              <a:t>- Internet dependency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255</Words>
  <Application>Microsoft Office PowerPoint</Application>
  <PresentationFormat>On-screen Show (4:3)</PresentationFormat>
  <Paragraphs>72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Generic Project Proposal Template</vt:lpstr>
      <vt:lpstr>Project Title</vt:lpstr>
      <vt:lpstr>Type of Project</vt:lpstr>
      <vt:lpstr>Objectives</vt:lpstr>
      <vt:lpstr>Problem Statement</vt:lpstr>
      <vt:lpstr>Deliverables</vt:lpstr>
      <vt:lpstr>Methodology</vt:lpstr>
      <vt:lpstr>Project Overview</vt:lpstr>
      <vt:lpstr>Scope</vt:lpstr>
      <vt:lpstr>Technology Stack</vt:lpstr>
      <vt:lpstr>Risks and Dependencies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Generic Project Proposal Template</dc:title>
  <dc:subject/>
  <dc:creator>Didar</dc:creator>
  <cp:keywords/>
  <dc:description>generated using python-pptx</dc:description>
  <cp:lastModifiedBy>Didar</cp:lastModifiedBy>
  <cp:revision>2</cp:revision>
  <dcterms:created xsi:type="dcterms:W3CDTF">2013-01-27T09:14:16Z</dcterms:created>
  <dcterms:modified xsi:type="dcterms:W3CDTF">2025-04-21T18:45:15Z</dcterms:modified>
  <cp:category/>
</cp:coreProperties>
</file>